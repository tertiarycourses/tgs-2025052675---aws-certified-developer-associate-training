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5052675---AWS-Certified-Developer-Associate-Training/tree/main/lab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Certified Developer Associate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000" b="1">
                <a:solidFill>
                  <a:srgbClr val="111827"/>
                </a:solidFill>
                <a:latin typeface="Arial"/>
              </a:rPr>
              <a:t>AWS Certified Developer Associate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4B5563"/>
                </a:solidFill>
                <a:latin typeface="Arial"/>
              </a:rPr>
              <a:t>TGS-2025052675 | Tertiary Infotech Academy Pte Ltd | UEN 201200696W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Trainer: Dr. Alfred Ang | Version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 (TRAQOM - SSG)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Scan the TRAQOM QR code on the LMS at required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identity registered for this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Attendance is mandatory and recorded digitally.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 -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3352" y="2395728"/>
            <a:ext cx="1554480" cy="15544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100" b="1">
                <a:solidFill>
                  <a:srgbClr val="111827"/>
                </a:solidFill>
                <a:latin typeface="Arial"/>
              </a:rPr>
              <a:t>Your Trainer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19472"/>
            <a:ext cx="306324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659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2402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256032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56032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697479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97180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29184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42900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370332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02336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4023360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16052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443484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75488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47548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489204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516636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54864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548640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56235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58978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33172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38912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rial"/>
              </a:rPr>
              <a:t>Dr. Alfred 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919472"/>
            <a:ext cx="3063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868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93392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267712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907791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907791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072384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346703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PhD - specialises in AI, automation, software engineering and cloud learning.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986783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986783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151375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25696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WSQ courses on cloud fundamentals, AI, automation and app development.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5065776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5065776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5230368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04688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Name and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AWS development 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One application you want to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Your goal for this 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202082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9164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7688" y="202082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9184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" y="36210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29184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47688" y="36210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5221224"/>
            <a:ext cx="530352" cy="5303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892040"/>
            <a:ext cx="73152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47688" y="5221224"/>
            <a:ext cx="530352" cy="53035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Outline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setup and serverless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Data and event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Day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5-6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CI/CD and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Day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7-8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Security, operations and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Secure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IAM +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Use least privilege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Serverless +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Create application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CI/CD + IaC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Automate deployments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Operate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Observe + optimize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Troubleshoot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Open-book assessment on Day 2 from 4:00 PM to 6:00 PM.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Written Assessment: 1 hour.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Practical Performance: 1 hour.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Follow trainer and LMS submission instructions.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and Funding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both WA and PP components.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Meet attendance and assessment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Submit answers on the LMS.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Sign the Assessment Summary Record.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Option A: git clone https://github.com/tertiarycourses/TGS-2025052675---AWS-Certified-Developer-Associate-Training.git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Option B: GitHub Code -&gt; Download ZIP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  <a:hlinkClick r:id="rId2"/>
              </a:rPr>
              <a:t>https://github.com/tertiarycourses/TGS-2025052675---AWS-Certified-Developer-Associate-Training/tree/main/labs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AWS account and permissions assigned by your trainer.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Developer Learning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See Learner Guide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Follow lab steps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Capture deliverables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Confirm checkpoint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All artifacts follow the same authoritative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Services Practised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See Learner Guide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Follow lab steps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Capture deliverables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Confirm checkpoint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All artifacts follow the same authoritative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Secure Delivery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See Learner Guide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Follow lab steps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Capture deliverables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Confirm checkpoint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All artifacts follow the same authoritative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Troubleshooting and Optimization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See Learner Guide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Follow lab steps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Capture deliverables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Confirm checkpoint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All artifacts follow the same authoritative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Account Safety, IAM, AWS CLI, SDKs, and Developer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Development with AWS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labs/lab-01-account-iam-cli-sdk-developer-setup.md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Configure a safe AWS developer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IAM users, roles, policies, and least privilege.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AWS CloudShell or AWS CLI.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Understand SDK configuration and credential safety.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Sign in to the AWS account assigned by your trainer.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Confirm you are in the correct region.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IAM.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Verify MFA is enabled where permitted.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users, groups, roles, and policies.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an AWS managed policy and identify actions, resources, and effects.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or review a developer role only if your trainer permits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AWS CloudShell.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Run `aws sts get-caller-identity`.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Run `aws configure list`.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Steps 11-15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the difference between access keys, temporary credentials, roles, and instance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AWS SDK documentation for one language such as Python, JavaScript, Java, or .NET.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Record how the SDK credential provider chain works at a high level.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short least-privilege checklist for application development.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Save your notes.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IAM concept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CloudShell command output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Credential safety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SDK configuration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Lambda, API Gateway, and Serverless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Development with AWS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labs/lab-02-lambda-api-gateway-serverless-api.md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Understand Lambda function configuration.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Create or review a Lambda test event.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Connect Lambda to API Gateway conceptually or hands-on if permitted.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permissions, logs, timeout, memory, and versions.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AWS Lambda.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function only if your trainer permits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Choose an approved runtime such as Python or Node.js.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handler, runtime, timeout, memory, environment variables, and execution role.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test event.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Run the test event and review the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CloudWatch Logs for the function.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Add or review a simple log statement.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function versions and aliases.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concurrency and throttling concepts.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Steps 11-15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API Gateway.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REST API, HTTP API, routes, stages, integrations, and authorizers.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simple route to Lambda only if permitted.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Test the route or document the request/response 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Lambda resource-based permissions for API Gateway invocation.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Steps 16-17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Delete any test API and function if instructed.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Save your notes.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Lambda configuration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Test event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API Gateway request flow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CloudWatch log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DynamoDB, S3, and Application Data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Development with AWS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labs/lab-03-dynamodb-s3-application-data.md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Model application data using DynamoDB access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keys, indexes, capacity, TTL, and streams.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Understand S3 object access and presigned URLs.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Compare data storage choices for applications.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DynamoDB.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table, partition key, sort key, item, and attribute concepts.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table only if your trainer permits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Choose a sample access pattern such as `Get order by order_id`.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Add a sample item if permitted.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global secondary index and local secondary index concepts.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capacity modes and throttling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TTL and DynamoDB Streams use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S3.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bucket, object, prefix, metadata, and versioning concepts.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Steps 11-15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bucket only if permitted.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Keep Block Public Access enabled.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Upload a small sample file if permitted.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presigned URL use cases.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table comparing DynamoDB, S3, RDS, and ElastiCache for application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Steps 16-17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Delete temporary resources if instructed.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Save your notes.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DynamoDB access pattern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Key and index design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S3 object access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Application data service comparison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SQS, SNS, EventBridge, and Step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Security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labs/lab-04-sqs-sns-eventbridge-step-functions.md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Compare asynchronous messaging and event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Understand queues, topics, event buses, and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Design retry and dead-letter queue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Map event-driven services to application scenarios.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Amazon SQS.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standard and FIFO queue concepts.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visibility timeout, message retention, long polling, and dead-letter queues.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Amazon SNS.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topics, subscriptions, fanout, and filtering.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Amazon EventBridge.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event buses, rules, schedules, and targets.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AWS Step Functions.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state machines, tasks, choices, retries, catches, and executions.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comparison table for SQS, SNS, EventBridge, and Step Functions.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Steps 11-15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Design a workflow where an API request queues work for a background processor.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Add retry and DLQ handling.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Design a fanout notification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Design a scheduled event pattern.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Save your notes.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Event service comparison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Queue-based processing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Fanout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Retry and DLQ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Developer Tools and CI/CD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Security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labs/lab-05-codecommit-codebuild-codedeploy-codepipeline.md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Understand AWS developer tools for CI/CD.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source, build, test, deploy, and release stages.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Compare CodeCommit, CodeBuild, CodeDeploy, and CodePipeline.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Design a simple application delivery pipeline.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CodePipeline.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pipeline stages and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CodeBuild.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build projects, buildspec files, environment images, artifacts, and logs.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CodeDeploy.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deployment groups, deployment configurations, lifecycle hooks, and rollback concepts.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CodeCommit if available or use a trainer-approved external Git provider.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comparison table for source, build, deploy, and pipeline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Design a pipeline with source, build, test, package, deploy, and approval stages.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Identify where artifacts are stored.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Steps 11-14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Identify where environment variables and secrets should be handled.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Compare blue/green, rolling, canary, and all-at-once deployment concepts.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failure and rollback paths.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Save your pipeline design.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CI/CD service comparison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Pipeline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Deployment strategy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Rollback and artifact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Deployment with SAM, CloudFormation, Elastic Beanstalk, and Containers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Security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labs/lab-06-deployment-sam-cloudformation-containers.md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Compare AWS deployment and infrastructure-as-code options.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Understand CloudFormation templates and stacks.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AWS SAM for serverless deployment.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Compare Elastic Beanstalk and container deployment patterns.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CloudFormation.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stacks, templates, parameters, outputs, change sets, and drift detection.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AWS SAM documentation or service pages.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the purpose of `template.yaml`, functions, APIs, and permissions.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SAM build, package, deploy, and local testing concepts.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Elastic Beanstalk.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environments, application versions, platforms, and deployment policies.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Amazon ECR.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container image repository concepts.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ECS.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Steps 11-15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clusters, task definitions, services, and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comparison table for CloudFormation, SAM, Elastic Beanstalk, ECS, and Lambda console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Design a deployment path for a small serverless API.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Design a deployment path for a containerized web application.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Save your notes.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Deployment service comparison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Serverless deployment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Container deployment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CloudFormation and SAM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Application Security, Secrets, Cognito, KMS, and Least Privilege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Troubleshooting and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labs/lab-07-security-secrets-cognito-kms.md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Secure application secrets and configuration.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Cognito authentication and authorization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Understand KMS encryption for application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Apply least-privilege and resource-based permissions.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Secrets Manager.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secret storage, rotation, versions, and access policies.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Systems Manager Parameter Store.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Compare standard parameters, secure strings, and hierarchy naming.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Amazon Cognito.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user pools, identity pools, app clients, and hosted UI concepts.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KMS.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AWS managed keys, customer managed keys, key policies, and grants.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Lambda environment variable encryption.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IAM identity-based policies and resource-based policies.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Steps 11-14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Compare API Gateway IAM authorization, Lambda authorizers, and Cognito authorizers.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Create a secure application checklist.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Map where secrets, config, tokens, encryption keys, and permissions belong in an application.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Save your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Secrets Manager vs Parameter Store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Cognito concept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KMS encryption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Secure application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Monitoring, Troubleshooting, Optimization, and Exam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Troubleshooting and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labs/lab-08-monitoring-troubleshooting-optimization-exam-review.md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application observability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Diagnose common Lambda, API Gateway, DynamoDB, and deployment issues.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Identify performance and cost optimization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certification-style review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CloudWatch.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metrics, logs, log groups, dashboards, and alarms.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Lambda logs and metrics such as errors, duration, throttles, and concurrent executions.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API Gateway metrics and access logs conceptually.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X-Ray.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traces, segments, service maps, and sampling concepts.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CloudTrail and review audit events.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troubleshooting checklist for Lambda permission errors, timeout errors, throttling, API errors, and DynamoDB throttling.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an optimization checklist covering memory tuning, retries with backoff, caching, connection reuse, SDK pagination, and reserved concurrency.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DAX, ElastiCache, CloudFront, and API Gateway caching use cases.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Steps 11-15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Map each lab to exam domains.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Complete a timed 30-question practice set from trainer-provided questions or AWS practice resources.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Mark weak topics by domain.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Clean up temporary resources if instructed.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Save final notes.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Monitoring and troubleshooting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Optimization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Exam-domain revision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Timed practice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What You Achieved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Develop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AWS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Built lab-aligned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Secure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Least privilege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Protected credentials and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Compared CI/CD and IaC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Operate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Diagnosed and optimized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Take the Online AWS Developer Practice Exams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Reinforce AWS Developer Associate domains with realistic, exam-style questions before assessment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24327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Test development, security, deployment, troubleshooting and optimization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74135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19856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Review mode helps you check the correct answer and revisit the concept after each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23944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9664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Complete the practice questions from Google Classroom, then bring difficult items to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43891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1">
                <a:solidFill>
                  <a:srgbClr val="111827"/>
                </a:solidFill>
                <a:latin typeface="Arial"/>
              </a:rPr>
              <a:t>Access and practise at: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46634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Google Classroom &gt; Practice Exams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828800"/>
            <a:ext cx="5715000" cy="4279392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1965960"/>
            <a:ext cx="228600" cy="2286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993392"/>
            <a:ext cx="146304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Tertiary Exams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993392"/>
            <a:ext cx="86868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Practice Exam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93392"/>
            <a:ext cx="68580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About 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61320" y="1920240"/>
            <a:ext cx="530352" cy="21945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25328" y="1975104"/>
            <a:ext cx="411480" cy="7315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8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542032"/>
            <a:ext cx="438912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Arial"/>
              </a:rPr>
              <a:t>AWS Certified Developer Associate Practice Exams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Practice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648456"/>
            <a:ext cx="804672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060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DVA-C02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3648456"/>
            <a:ext cx="804672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Class link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648456"/>
            <a:ext cx="804672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21240" y="283464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2971800"/>
            <a:ext cx="868680" cy="137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20" b="1">
                <a:solidFill>
                  <a:srgbClr val="4B5563"/>
                </a:solidFill>
                <a:latin typeface="Arial"/>
              </a:rPr>
              <a:t>PRACTICE DETAILS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218688"/>
            <a:ext cx="8229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50" b="0">
                <a:solidFill>
                  <a:srgbClr val="111827"/>
                </a:solidFill>
                <a:latin typeface="Arial"/>
              </a:rPr>
              <a:t>Exam code  DVA-C02
Use        Review
Domains   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Download courseware from https://lms-tms.tertiaryinfotech.com/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the WA and PP on the LMS.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Keep your learner evidence ready for assessment.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REMINDER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2, 4:00 PM-6:00 PM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WA: 1 hour | PP: 1 hour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Open 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Take assessment attendance and submit on LMS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MANDATORY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TRAQOM - SSG digital attendance.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LMS QR code provided by the trainer.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Confirm successful submission before leaving.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www.tertiarycourses.com.sg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